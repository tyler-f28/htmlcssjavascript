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711" autoAdjust="0"/>
  </p:normalViewPr>
  <p:slideViewPr>
    <p:cSldViewPr snapToGrid="0">
      <p:cViewPr varScale="1">
        <p:scale>
          <a:sx n="101" d="100"/>
          <a:sy n="101" d="100"/>
        </p:scale>
        <p:origin x="13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42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1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8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9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5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7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4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2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8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8116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54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0798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5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06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0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7180F-3655-4FA1-8003-7628ED23B6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111720E-5612-4EFD-B7A8-1BE263A5F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6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01ED-B384-439F-96D7-0FA70AB5F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design, CSS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DC85E-E561-436B-985C-A986CEA8B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Tyler Farrell class of 2027</a:t>
            </a:r>
          </a:p>
        </p:txBody>
      </p:sp>
    </p:spTree>
    <p:extLst>
      <p:ext uri="{BB962C8B-B14F-4D97-AF65-F5344CB8AC3E}">
        <p14:creationId xmlns:p14="http://schemas.microsoft.com/office/powerpoint/2010/main" val="353637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0C1A-2D20-43F7-8792-E81C5319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5060-8404-4182-87BA-6BE5307D6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CSS or cascading style sheets is as the name implies a way to style html and JS pages with different colors, fonts, and etc.</a:t>
            </a:r>
          </a:p>
        </p:txBody>
      </p:sp>
    </p:spTree>
    <p:extLst>
      <p:ext uri="{BB962C8B-B14F-4D97-AF65-F5344CB8AC3E}">
        <p14:creationId xmlns:p14="http://schemas.microsoft.com/office/powerpoint/2010/main" val="107223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82F7-D748-4E57-98E8-AF1BDB93D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50C3D-61AE-4E11-98D9-421A689A5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Color: this changes the color of the specified element text background etc.</a:t>
            </a:r>
          </a:p>
          <a:p>
            <a:r>
              <a:rPr lang="en-US" dirty="0"/>
              <a:t>ID: identifies a specific element</a:t>
            </a:r>
          </a:p>
          <a:p>
            <a:r>
              <a:rPr lang="en-US" dirty="0"/>
              <a:t>Font style: changes the font style</a:t>
            </a:r>
          </a:p>
        </p:txBody>
      </p:sp>
    </p:spTree>
    <p:extLst>
      <p:ext uri="{BB962C8B-B14F-4D97-AF65-F5344CB8AC3E}">
        <p14:creationId xmlns:p14="http://schemas.microsoft.com/office/powerpoint/2010/main" val="39600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D7EB-3917-4C27-BF48-E3F6260A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example</a:t>
            </a:r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E4A5DC67-875E-436C-920D-CB6C4E263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25" y="1359253"/>
            <a:ext cx="6263149" cy="4657372"/>
          </a:xfrm>
        </p:spPr>
      </p:pic>
    </p:spTree>
    <p:extLst>
      <p:ext uri="{BB962C8B-B14F-4D97-AF65-F5344CB8AC3E}">
        <p14:creationId xmlns:p14="http://schemas.microsoft.com/office/powerpoint/2010/main" val="2331051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160C-FA61-498C-8581-62E90443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example</a:t>
            </a:r>
          </a:p>
        </p:txBody>
      </p:sp>
      <p:pic>
        <p:nvPicPr>
          <p:cNvPr id="5" name="Content Placeholder 4" descr="A screenshot of a website&#10;&#10;Description automatically generated">
            <a:extLst>
              <a:ext uri="{FF2B5EF4-FFF2-40B4-BE49-F238E27FC236}">
                <a16:creationId xmlns:a16="http://schemas.microsoft.com/office/drawing/2014/main" id="{8F96635F-BD24-4086-B0B6-E640C83A3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850" y="1555612"/>
            <a:ext cx="5662788" cy="5066286"/>
          </a:xfrm>
        </p:spPr>
      </p:pic>
    </p:spTree>
    <p:extLst>
      <p:ext uri="{BB962C8B-B14F-4D97-AF65-F5344CB8AC3E}">
        <p14:creationId xmlns:p14="http://schemas.microsoft.com/office/powerpoint/2010/main" val="137628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FB3E-EC98-483B-8410-A9BB7344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CB749-CE1E-4F64-A41A-FA3D549F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TIPS</a:t>
            </a:r>
            <a:endParaRPr lang="en-US" dirty="0"/>
          </a:p>
          <a:p>
            <a:r>
              <a:rPr lang="en-US" dirty="0"/>
              <a:t>Always ensure that your text is spelled correctly</a:t>
            </a:r>
          </a:p>
          <a:p>
            <a:r>
              <a:rPr lang="en-US" dirty="0"/>
              <a:t>Always check the website to know if that’s what you want it to look like</a:t>
            </a:r>
          </a:p>
        </p:txBody>
      </p:sp>
    </p:spTree>
    <p:extLst>
      <p:ext uri="{BB962C8B-B14F-4D97-AF65-F5344CB8AC3E}">
        <p14:creationId xmlns:p14="http://schemas.microsoft.com/office/powerpoint/2010/main" val="324225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F41C-741D-4FCE-8E9E-F330A9A3E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C8472-CD70-4E3E-B5F5-13EECE88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an important topic as CSS is a vital part of building and designing a website and is an extremely valuable skill no matter what you do.</a:t>
            </a:r>
          </a:p>
        </p:txBody>
      </p:sp>
    </p:spTree>
    <p:extLst>
      <p:ext uri="{BB962C8B-B14F-4D97-AF65-F5344CB8AC3E}">
        <p14:creationId xmlns:p14="http://schemas.microsoft.com/office/powerpoint/2010/main" val="43633742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226</TotalTime>
  <Words>131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Web design, CSS basics</vt:lpstr>
      <vt:lpstr>Definition of CSS</vt:lpstr>
      <vt:lpstr>Key Terms</vt:lpstr>
      <vt:lpstr>Visual example</vt:lpstr>
      <vt:lpstr>Applied example</vt:lpstr>
      <vt:lpstr>Common mistakes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Farrell, Tyler</dc:creator>
  <cp:lastModifiedBy>Farrell, Tyler</cp:lastModifiedBy>
  <cp:revision>16</cp:revision>
  <dcterms:created xsi:type="dcterms:W3CDTF">2025-11-05T13:28:39Z</dcterms:created>
  <dcterms:modified xsi:type="dcterms:W3CDTF">2025-11-06T15:08:38Z</dcterms:modified>
</cp:coreProperties>
</file>